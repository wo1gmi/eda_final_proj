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Ставка ЦБ, курс рубля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его волатильность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проект · Анализ экономических данных · 2026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Команда: ФИО будут указаны перед сдачей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– 2026  ·  65 решений ЦБ  ·  3 источника данных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ключевая ставка ЦБ РФ влияет на курс рубля и его волатильность,</a:t>
            </a:r>
            <a:endParaRPr lang="en-US" sz="2400" dirty="0"/>
          </a:p>
          <a:p>
            <a:pPr indent="0" marL="0">
              <a:buNone/>
            </a:pPr>
            <a:r>
              <a:rPr lang="en-US" sz="2400" i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с каким лагом это происходит?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6949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Денежный, макроэкономический вопрос: ставка — инструмент политики, курс — цена, напрямую влияющая на импорт, инфляцию, сбережения.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причинный quasi-эксперимент (нет рандомизации ставки) — приведённая форма: VAR, тест Грейнджера, импульсные отклики.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Дополнительно: меняется ли волатильность курса вокруг решений ЦБ (GARCH + событийное исследование).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30175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4,25 – 21%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3794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 ключевой ставки, 2013–2026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46634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5440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решений ЦБ по ставке за 13 лет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три открытых источника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3F5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ставка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cbr.ru, HTML-таблица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3264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наблюдений · 17.09.2013 – 23.09.2026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3F5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USD/RUB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cbr.ru, XML (официальный фиксинг)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3385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246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наблюдений · 10.01.2013 – 23.09.2026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3F5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7532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Нефть Brent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FRED, DCOILBRENTEU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3581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246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наблюдений · 01.01.2013 – 22.09.2026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160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— ступенчатая функция: 3264 дневных значения, но всего </a:t>
            </a:r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фактических изменений</a:t>
            </a:r>
            <a:pPr indent="0" marL="0">
              <a:buNone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(~5 в год).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09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и ставка обязательно моделируются вместе с нефтью: без контроля на неё эффект ставки на курс путается с сырьевым циклом (корреляция курс–нефть −0,14 по уровням).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40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структурных слома видны прямо в данных: экстренное повышение ставки до 20% 28.02.2022 (пик курса 120,4 ₽/$ 11.03.2022) и цикл ужесточения 2023–2024 до исторического максимума 21%.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вместо доверия: даты решений не совпадали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в выгрузке курса — дата действия официального фиксинга (T+1 от торговой сессии).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в выгрузке ставки — дата вступления решения в силу. Разные конвенции — разные даты.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88720" y="265176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3F5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проверки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32918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65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4251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 совпало напрямую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0" y="265176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1329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4944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сдвига на +1 день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32918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/ 65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4251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 совпало точно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встроена в код: скрипт останавливается с ошибкой, если совпадений не 65 — не полагаемся на то, что «выглядит похоже».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Дизайн: два слоя, две частоты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3F5F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228600" cy="228600"/>
          </a:xfrm>
          <a:prstGeom prst="roundRect">
            <a:avLst/>
          </a:prstGeom>
          <a:solidFill>
            <a:srgbClr val="1329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1691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1 · месячные данные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в первых разностях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Грейнджера (обе стороны, с нефтью и без)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Импульсные отклики (IRF)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3F5F8"/>
          </a:solidFill>
          <a:ln/>
        </p:spPr>
      </p:sp>
      <p:sp>
        <p:nvSpPr>
          <p:cNvPr id="8" name="Shape 6"/>
          <p:cNvSpPr/>
          <p:nvPr/>
        </p:nvSpPr>
        <p:spPr>
          <a:xfrm>
            <a:off x="6537960" y="1783080"/>
            <a:ext cx="228600" cy="228600"/>
          </a:xfrm>
          <a:prstGeom prst="roundRect">
            <a:avLst/>
          </a:prstGeom>
          <a:solidFill>
            <a:srgbClr val="5B7F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49440" y="1691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2 · дневные данные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7744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GARCH(1,1) на доходностях курса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остатков (Ljung-Box)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Событийное исследование вокруг 65 решений + плацебо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806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раздельно: ставка меняется реже раза в два месяца — дневной шум испортит VAR. Волатильность, наоборот, нельзя оценить на 157 месячных точках.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Спецификация выбрана тестом, а не наугад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Лаг для теста Йохансена подобран по данным (BIC/AIC/HQIC/FPE → p=3 → k_ar_diff=2), не взят произвольно.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0972800" cy="182880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k_ar_diff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Ранг коинтеграции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(произвольный)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(на границе: 14,96 vs 15,49)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VECM — альтернатива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(по данным, основной)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в разностях — основная модель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подтверждает k=2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1605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Ранг неустойчив к выбору лага </a:t>
            </a:r>
            <a:pPr indent="0" marL="0">
              <a:buNone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это не техническая деталь, а содержательный вывод: свидетельство долгосрочной связи слабое, поэтому в основу модели его не кладём. Обе спецификации считаются и сравниваются на всех дальнейших шагах.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ряда во времени</a:t>
            </a:r>
            <a:endParaRPr lang="en-US" sz="3000" dirty="0"/>
          </a:p>
        </p:txBody>
      </p:sp>
      <p:pic>
        <p:nvPicPr>
          <p:cNvPr id="3" name="Image 0" descr="../output/figures/R1_three_s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3824" y="1280160"/>
            <a:ext cx="5861304" cy="5212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Грейнджера: асимметрия на полной выборке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50,2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0,0001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→ курс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 нефтью в системе и без — не меняется)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6459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5,4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0,005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30175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→ ставка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(значимо, но на порядок слабее)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1737360"/>
            <a:ext cx="0" cy="2743200"/>
          </a:xfrm>
          <a:prstGeom prst="line">
            <a:avLst/>
          </a:prstGeom>
          <a:noFill/>
          <a:ln w="19050">
            <a:solidFill>
              <a:srgbClr val="E3E7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совпадает в двух спецификациях (VAR-в-разностях и VECM) и с контролем на нефть, и без — но, как покажет следующий слайд, не совпадает по подпериодам.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НАХОДКА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 переворачивается внутри подпериодов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0972800" cy="210312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ставка → курс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курс → ставка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Вся выборка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C7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0,0001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7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0,005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28.02.2022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0,062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C7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0,040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После 28.02.2022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0,779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C7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0,0001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3434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каждого режима курс предсказывает ставку, а не наоборот.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Полновыборочный результат, скорее всего, порождён самим фактом одновременного слома обоих рядов в 2022 году — не устойчивой внутрирежимной динамикой.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Импульсный отклик курса на шок ставки</a:t>
            </a:r>
            <a:endParaRPr lang="en-US" sz="3000" dirty="0"/>
          </a:p>
        </p:txBody>
      </p:sp>
      <p:pic>
        <p:nvPicPr>
          <p:cNvPr id="3" name="Image 0" descr="../output/figures/R2_irf_rate_to_f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9856" y="1234440"/>
            <a:ext cx="5349240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8463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 на 1-м месяце (+3–4%), разворот в минус на 2–3 месяце, гаснет к 9–10 месяцу.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 и масштаб пика устойчивы к порядку переменных в ортогонализации (3 варианта, разброс 0,026–0,031).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Контринтуитивно относительно паритета ставок — согласуется с обратной причинностью (слайд 9).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GARCH(1,1): волатильность курса кластеризована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≈ 0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ARCH-LM тест: волатильность точно кластеризована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1463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α+β ≈ 0,98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2240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персистентность шоков волатильности, весь период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463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0,029→0,061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240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дисперсия (ω): до → после 28.02.2022</a:t>
            </a:r>
            <a:endParaRPr lang="en-US" sz="1200" dirty="0"/>
          </a:p>
        </p:txBody>
      </p:sp>
      <p:pic>
        <p:nvPicPr>
          <p:cNvPr id="9" name="Image 0" descr="../output/figures/R3_conditional_volat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2968" y="3520440"/>
            <a:ext cx="5852160" cy="29260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Волатильность вокруг решений ЦБ выше случайной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±5 торговых дней вокруг каждого из 65 решений, сравнение с 1000 случайных плацебо-наборов той же длины.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0972800" cy="1463040"/>
        </p:xfrm>
        <a:graphic>
          <a:graphicData uri="http://schemas.openxmlformats.org/drawingml/2006/table">
            <a:tbl>
              <a:tblPr/>
              <a:tblGrid>
                <a:gridCol w="3657600"/>
                <a:gridCol w="2468880"/>
                <a:gridCol w="2468880"/>
                <a:gridCol w="237744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Наблюдаемое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Плацебо (среднее)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p-значение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|доходность|,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C7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Условная волатильность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C7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931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Наблюдаемое значение выше всех 1000 плацебо-перестановок по |доходности| — результат не объясняется случайным совпадением дат.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на вопрос и ограничения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3F5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Устойчивой поддержки идее «ставка предсказывает курс» в данных нет.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 обратное: курс предсказывает решения по ставке — ЦБ реагирует на курс/инфляцию, а не наоборот.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Волатильность курса вокруг решений выше случайной — это надёжно.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3716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329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5508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21031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Официальный фиксинг ≠ рыночная сделка, особенно после 2022.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переменные — упрощение (нет ставки ФРС, санкционного индекса).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 зависит от порядка ортогонализации (проверено, но не единственно).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не до конца объясняет автокорреляцию в уровне доходностей.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Грейнджер — про предсказуемость, не про причинность.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Спасибо. Вопросы?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Команда: ФИО будут указаны перед сдачей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Код, данные (загружаются автоматически) и инструкция — в репозитории проекта, README.md.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5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прогон с нуля: ~9 секунд (лимит задания — 30 минут).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2026-09-24T09:01:18Z</dcterms:created>
  <dcterms:modified xsi:type="dcterms:W3CDTF">2026-09-24T09:01:18Z</dcterms:modified>
</cp:coreProperties>
</file>