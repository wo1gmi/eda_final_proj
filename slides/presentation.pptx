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Заголовок раскрывает главный вывод не сразу — сначала вопрос и дизайн, потом находка на слайде 6. Если попросят резюме в одном предложении: связь между ставкой и курсом реальна, но только в кризис.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 про VECM: мы его не выбросили, а прогнали параллельно (слайд с Грейнджером) — результат тот же качественно.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переработанная версия находки после внешнего ревью: в первой версии мы утверждали 'разворот' Грейнджера по подпериодам до/после 2022. Ревью показало, что оба подпериода всё ещё содержат кризисные месяцы. Спокойные периоды по отдельности не значимы ни в одну сторону — значит, дело не в направлении причинности, а в самом присутствии кризиса в выборке. Экзогенная дамми на кризисные месяцы эффект не убирает — связь размазана по кризисному режиму, а не сосредоточена в паре месяцев.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Ставка ЦБ, курс рубля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его волатильность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проект · Анализ экономических данных ·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ФИО будут указаны перед сдачей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2026  ·  65 решений ЦБ  ·  связь видна только в кризис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Есть ли связь по времени между решениями ЦБ по ставке, курсом рубля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его волатильностью, и в каком направлении идёт предсказуемость?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6949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Денежный, макроэкономический вопрос: ставка — инструмент политики, курс — цена, напрямую влияющая на импорт, инфляцию, сбережения.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 предсказательный (VAR, Грейнджер, IRF, GARCH), не причинный — намеренно: нет рандомизации ставки, вопрос про предсказуемость, а не про эффект.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«Влияет» и «предсказывает» — разные слова, и мы различаем их до конца презентации, не только на этом слайде.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955280" y="3017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4,25 – 21%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ключевой ставки, 2013–2026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4572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5212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решений ЦБ по ставке за 13 лет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три открытых источника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ставка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cbr.ru, HTML-таблица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3264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17.09.2013 – 23.09.2026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USD/RUB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cbr.ru, XML (официальный фиксинг)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3385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10.01.2013 – 23.09.2026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Brent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FRED, DCOILBRENTEU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3581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01.01.2013 – 22.09.2026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94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— ступенчатая функция: 3264 дневных значения, но всего </a:t>
            </a:r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фактических изменений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(~5 в год). Курс и ставка обязательно моделируются вместе с нефтью — иначе эффект ставки путается с сырьевым циклом.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данных: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решений и даты курса в выгрузках ЦБ используют разные конвенции (курс датирован T+1 от торговой сессии). Прямое сравнение совпадало в 5 случаях из 65; после сдвига на 1 день — в 65 из 65. Проверка встроена в код: скрипт падает, если совпадений не 65.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структурных слома видны прямо в данных: экстренное повышение ставки до 20% 28.02.2022 (пик курса 120,4 ₽/$ 11.03.2022) и цикл ужесточения 2023–2024 до исторического максимума 21%.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Методы: два слоя, спецификация выбрана данными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3F5F8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37360"/>
            <a:ext cx="228600" cy="228600"/>
          </a:xfrm>
          <a:prstGeom prst="roundRect">
            <a:avLst/>
          </a:prstGeom>
          <a:solidFill>
            <a:srgbClr val="1329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645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Месячные данные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в первых разностях (лаг по BIC/AIC/HQIC/FPE: p=3)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на коинтеграцию: ранг неустойчив к лагу (1 при kd=1, 0 при kd=2/3) — берём VAR-в-разностях, VECM как альтернатива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Грейнджера, импульсные отклики (IRF)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3F5F8"/>
          </a:solidFill>
          <a:ln/>
        </p:spPr>
      </p:sp>
      <p:sp>
        <p:nvSpPr>
          <p:cNvPr id="8" name="Shape 6"/>
          <p:cNvSpPr/>
          <p:nvPr/>
        </p:nvSpPr>
        <p:spPr>
          <a:xfrm>
            <a:off x="6537960" y="1737360"/>
            <a:ext cx="228600" cy="228600"/>
          </a:xfrm>
          <a:prstGeom prst="roundRect">
            <a:avLst/>
          </a:prstGeom>
          <a:solidFill>
            <a:srgbClr val="5B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1645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Дневные данные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860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GARCH: спецификация выбрана по AIC/BIC среди 4 кандидатов (Normal/t × const/AR(1) × GJR)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Выбрана: t-распределение, AR(1)-среднее, GJR-асимметрия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Событийное исследование вокруг 65 решений, плацебо стратифицировано по году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так: произвольный выбор лага (kd=1) давал коинтеграцию на границе критического значения — при лаге, выбранном по данным, она исчезает. Исходная GARCH-спецификация (const-mean, Normal) не проходила диагностику остатков — выбранная по BIC проходит.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ряда во времени</a:t>
            </a:r>
            <a:endParaRPr lang="en-US" sz="2800" dirty="0"/>
          </a:p>
        </p:txBody>
      </p:sp>
      <p:pic>
        <p:nvPicPr>
          <p:cNvPr id="3" name="Image 0" descr="../output/figures/R1_three_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1280160"/>
            <a:ext cx="5861304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НАХОДКА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Связь видна только тогда, когда в выборке есть кризис</a:t>
            </a:r>
            <a:endParaRPr lang="en-US" sz="2400" dirty="0"/>
          </a:p>
        </p:txBody>
      </p:sp>
      <p:pic>
        <p:nvPicPr>
          <p:cNvPr id="5" name="Image 0" descr="../output/figures/R4_rolling_gra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6949440" cy="347472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4114800" cy="237744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10972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Подвыборка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ставка→курс,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курс→ставка,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Вся выборка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&lt;0,0001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Спокойный период 2015-06–2021-12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острой фазы 2022-09…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589520" y="41605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Скользящее окно (60 мес.): p-значение падает с ~0,1 до ~10⁻³⁰ ровно в момент, когда в окно входит кризис 2022 года — и остаётся астрономически значимым все последующие годы, пока кризис в окне.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кризисов предсказуемости нет ни в одну сторону.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Полновыборочный результат — эффект нескольких кризисных месяцев, а не устойчивая закономерность.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Импульсный отклик: исправленный масштаб и накопленный эффект</a:t>
            </a:r>
            <a:endParaRPr lang="en-US" sz="2800" dirty="0"/>
          </a:p>
        </p:txBody>
      </p:sp>
      <p:pic>
        <p:nvPicPr>
          <p:cNvPr id="3" name="Image 0" descr="../output/figures/R2_irf_rate_to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188720"/>
            <a:ext cx="3931920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 — ровно 1 п.п. (в первой версии график был подписан «1 п.п.», но фактически показывал шок в 1 стандартное отклонение ≈ 1,33 п.п.)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+2,3% на 1-м месяце, разворот в минус на 2–4 месяце, гаснет к 6–7 месяцу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Накопленный эффект перестаёт значимо отличаться от нуля уже с 3-го месяца (95% бутстрап-CI, 500 реплик, включает ноль)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Ортогонализация по Холецкому: ставка первая в порядке — доп. допущение, устойчивое к перестановке (Т7b)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GARCH: спецификация выбрана, не угадана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201168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Спецификация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t, AR(1)-mean, GJR (выбрана)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t, AR(1)-mean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t, const-mean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Normal, const-mean (исходная)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661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Исходная спецификация не проходила диагностику остатков (Ljung-Box p&lt;0,001). Выбранная по BIC — проходит (p=0,18 на всём периоде, p=0,45 в квадратах остатков).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92240" y="1371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α+β ≈ 0,99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2011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персистентность волатильности, весь период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743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0,029→0,061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492240" y="3383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(не безусловная дисперсия!) до → после 28.02.2022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подвыборке «после 2022» персистентность выходит на 1,0 (интегрированный GARCH) — известный артефакт кластера экстремальной волатильности в малой подвыборке; безусловная дисперсия там не идентифицируется, репортим как NaN, а не как число.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вокруг решений и прогноз вне выборки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Событийное исследование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 тест (плацебо по всей выборке): p=0,000 — но 19 из 65 решений физически лежат в кризисных годах.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Плацебо стратифицировано по году + аномальная |доходность| (минус база за 30 дней): все события — p=0,009.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2014/2015/2022: p=0,457 — эффекта нет.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решения доходность выше (1,07%), чем до (0,84%, = базовый уровень 0,84%) — реакция идёт после, не до.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1329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3796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вне выборки (rolling origin)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 прогноз («без изменений») конкурентен с VAR-моделями на горизонтах 1–3 месяца.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(h=1, спокойные годы): наивный 0,033, VAR без ставки 0,035, VAR со ставкой 0,037 — ставка прогноз не улучшает.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Значимость по Грейнджеру внутри выборки ≠ польза для прогноза вне неё — разные вопросы.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на вопрос и ограничения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ставка и курс совместно движутся сильнее в кризис; вне кризиса предсказуемости нет ни в одну сторону.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данные не позволяют утверждать: направление причинности, роль инфляции и ожиданий (их нет в модели).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для следующего шага: данные по инфляции, календарь заседаний без изменения ставки, дизайн с «сюрпризом» решения.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0760" y="137160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1329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1031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Контрольная группа «заседания без изменения ставки» не построена — тест остаётся ослабленным.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Множественные проверки (лаги, подпериоды, спецификации) не скорректированы на множественное тестирование.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Короткие кризисные подвыборки (n=12–55) — низкая мощность, отсутствие значимости может быть нехваткой данных.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переменные — упрощение: нет ставки ФРС, инфляции, санкционного индекса.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Вопросы?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ФИО будут указаны перед сдачей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данные (загружаются автоматически) и инструкция — в репозитории проекта, README.md.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прогон с нуля: ~19 секунд (лимит задания — 30 минут).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прошёл внешнее ревью — см. feedback_1.md в репозитории.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2026-09-24T17:39:14Z</dcterms:created>
  <dcterms:modified xsi:type="dcterms:W3CDTF">2026-09-24T17:39:14Z</dcterms:modified>
</cp:coreProperties>
</file>